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4114800" cy="38404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A6A6"/>
                </a:solidFill>
              </a:defRPr>
            </a:pPr>
            <a:r>
              <a:t>GDI FEST 2026  |  LOMBA INOVASI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PITCH DECK INOVASI PENDIDIKAN &amp; TEKNOLOGI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CAREERSTUDENT AI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Adaptive Career Co-Pilot Berbasis Human-in-the-Loop &amp; Socratic Dialogue untuk Menjembatani Kesiapan Kerja Mahasiswa Multidisiplin di Era AI Generatif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468880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508760"/>
            <a:ext cx="2011680" cy="202155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931920"/>
            <a:ext cx="10728655" cy="2011680"/>
          </a:xfrm>
          <a:prstGeom prst="roundRect">
            <a:avLst/>
          </a:prstGeom>
          <a:solidFill>
            <a:srgbClr val="172541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A6A6"/>
                </a:solidFill>
              </a:defRPr>
            </a:pPr>
            <a:r>
              <a:t>DIKEMBANGKAN OLEH 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TIM AQUAMAN TEKNOKRAT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Riki Ardiansyah (Ketua / Lead Developer - 24313003)    • Jovan Akbar Setiodono (UI/UX - 24313024)    • Fiqi Rahman Al Afkhoni (AI/QA - 24313023)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Profil Tim Pengembang: AQUAMAN Team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Kolaborasi Mahasiswa Multidisiplin Teknologi Informasi — Universitas Teknokrat Indonesia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3047695" cy="32004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KETUA TIM / LEAD ARCHITECT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Riki Ardiansyah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24313003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Full-Stack Web Architecture (Next.js 16 PWA)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Socratic Dialogue &amp; LLM Prompt Engineering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Security Hardening (Scrypt &amp; OWASP Compliance)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System Deployment &amp; CI/CD on Vercel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047695" cy="3200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ANGGOTA / UI-UX SPECIALIST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Jovan Akbar Setiodono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24313024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Human-Centered UI/UX Design System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Socratic Interaction Flow &amp; Usability Testing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Multidisciplinary CV Presets Adaptation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Responsive Web &amp; Mobile Layout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047695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ANGGOTA / AI &amp; QA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304769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Fiqi Rahman Al Afkhoni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NIM: 24313023 • S1 Teknologi Informasi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50" b="1">
                <a:solidFill>
                  <a:srgbClr val="17324D"/>
                </a:solidFill>
              </a:defRPr>
            </a:pPr>
            <a:r>
              <a:t>Fokus &amp; Tanggung Jawab Teknis: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STAR Interview Simulation &amp; Web Speech Engine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Skill-Gap Matrix (WEF 2023 Taxonomy)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42 Black-box Functional Test Automation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✓ User Readiness &amp; Cognitive Feedback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Latar Belakang: Krisis Kesiapan Kerja &amp; Paradoks AI Generatif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Fenomena 'Vibe-Applying' Mengancam Kedaulatan Kognitif Mahasiswa Pencari Kerja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91440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Konteks Kritis Era Disrupsi AI:</a:t>
            </a:r>
          </a:p>
          <a:p>
            <a:pPr>
              <a:defRPr sz="1050">
                <a:solidFill>
                  <a:srgbClr val="17324D"/>
                </a:solidFill>
              </a:defRPr>
            </a:pPr>
            <a:r>
              <a:t>Generative AI mempermudah pembuatan dokumen karir, namun justru memicu fenomena 'vibe-applying'—mahasiswa mengandalkan otomatisasi copy-paste tanpa memahami substansi portofolionya sendiri. Dampaknya, kandidat gugur massal saat melalui uji wawancara mendalam.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69748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65176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Fenomena Vibe-Applying &amp; Copy-Paste Pasif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mempercayakan seluruh penulisan CV ke LLM publik tanpa proses verifikasi dan refleksi, menciptakan portofolio generik yang rawan halusinasi.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1460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269748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65176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Paradoks Wawancara Mendalam (Interview Freeze)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CV tampak impresif di atas kertas, namun pelamar gagal total ketika recruiter menanyakan studi kasus spesifik dan metodologi pemecahan masalah.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57200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52628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Kesenjangan Kompetensi Multidisiplin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dari 4 klaster keilmuan (TI, Bisnis, DKV, Bahasa) kesulitan memetakan kompetensi riil mereka dengan standar ATS industri global.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389120"/>
            <a:ext cx="524225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457200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526280"/>
            <a:ext cx="42062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Degradasi Daya Nalar Kritis (Cognitive Atrophy)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Ketiadaan dialog sokratik menghilangkan ruang belajar reflektif, memperlebar jurang antara kualifikasi ijazah dan kesiapan mental dunia kerja riil.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Ruang Lingkup Proyek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5 Pilar Inovasi Kognitif &amp; Fungsional CareerStudent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57276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ATS-Compliant Fast CV Builder (4 Preset Multidisiplin)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Generator resume standar ATS internasional yang dikhususkan untuk 4 program studi: Teknologi Informasi, Bisnis Digital, Desain Komunikasi Visual (DKV), dan Bahasa Inggris Bisnis.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73736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Pembuatan Karir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3288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Explicit Approval Gate (Human-in-the-Loop Safeguard)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Mekanisme penjaga pedagogis yang melarang AI menulis atau menyunting CV secara otonom tanpa adanya peninjauan, persetujuan eksplisit, dan validasi sadar dari mahasiswa.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269748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Filosofi Kedaulatan Kognitif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6616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9300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Socratic Dialogue Coaching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Mesin dialog berbasis pertanyaan sokratik terstruktur yang menantang mahasiswa untuk menggali metodologi, metrik kuantitatif, dan kedalaman peran dari setiap pengalaman mereka.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365760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Penalaran Kritis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45312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Skill-Gap Matrix Berbasis Taksonomi WEF 2023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Modul diagnostik otomatis yang memetakan kualifikasi pengguna terhadap standar 10 keterampilan masa depan World Economic Forum (WEF) 2023 untuk mendeteksi kesenjangan skill.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461772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Analitik Kompetensi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640080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41324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Interactive Mock Interview STAR &amp; Mandatory Reflection Gate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Simulasi wawancara audio-visual interaktif dengan kerangka kerja STAR (Situation, Task, Action, Result). Hasil evaluasi dikunci hingga kandidat menyelesaikan refleksi mandiri.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557784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Kesiapan Mental &amp; Wawancara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Sasaran &amp; Target Capaian Proyek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Mewujudkan Lulusan yang Mandiri Berpikir, Kompeten, dan Teruji di Dunia Industri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57276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Mengembalikan Daya Nalar Kritis Mahasiswa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Menghilangkan ketergantungan pasif pada AI generatif dan memastikan kandidat 100% memahami narasi portofolio yang diajukannya ke perusahaan.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73736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Target: 90%+ Pemahaman Narasi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3288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Meningkatkan Efisiensi Pembuatan Resume ATS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Memangkas waktu penyusunan CV siap kirim dari rata-rata 3 jam menjadi kurang dari 5 menit tanpa mengorbankan kualitas dan orisinalitas.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269748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Efisiensi: &lt; 5 Menit / CV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6616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9300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Meningkatkan Lolos Screening ATS &amp; Skor Kualifikasi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Menjamin 100% format dokumen lolos parsing Applicant Tracking System internasional dengan peningkatan relevansi kata kunci industri.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65760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Skor ATS: Peningkatan ≥ 35%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45312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Akselerasi Kesiapan Wawancara Kerja Terstandarisasi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Membiasakan mahasiswa menyusun jawaban terstruktur dengan metodologi STAR (Situation, Task, Action, Result) sebelum wawancara riil.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61772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Metode: 100% STAR Framework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640080" cy="5029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413248"/>
            <a:ext cx="7315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Menyediakan Solusi Karir Inklusif &amp; Zero-Cost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Memberikan bimbingan karir setara konsultan profesional kepada seluruh mahasiswa tanpa beban biaya langganan yang mahal.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5577840"/>
            <a:ext cx="21031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B45309"/>
                </a:solidFill>
              </a:defRPr>
            </a:pPr>
            <a:r>
              <a:t>Akses: PWA Gratis &amp; Terbuka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Permasalahan Kritis Yang Dipecahkan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Analisis Akar Masalah yang Dihadapi Mahasiswa dan Dunia Industri Saat 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002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Otomasi Tanpa Pemahaman (Surface-Level AI)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Mahasiswa menyalin teks LLM mentah-mentah ke CV tanpa memahami logika di balik klaim kompetensi tersebut, memicu kegagalan saat wawancara.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Tingginya Angka Penolakan Parser ATS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Mayoritas template CV mahasiswa menggunakan grafis, tabel ganda, dan ikon yang tidak terbaca oleh sistem ATS perusahaan besar.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2461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2004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Sindrom Pembekuan Wawancara (Interview Freeze)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Kandidat gugup dan gagal menjelaskan tantangan nyata di lapangan karena portofolio mereka dibuat secara instan oleh AI tanpa proses perenungan.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632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32461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2004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Ketiadaan Standar Karir Lintas Rumpun Ilmu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Lulusan Bisnis, DKV, dan Bahasa kerap dipaksa mengikuti format teknis TI yang kaku tanpa taksonomi kompetensi yang relevan dengan bidangnya.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8463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8006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Ketidakmampuan Mengukur Kesenjangan Skill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Mahasiswa tidak mengetahui secara objektif apa saja hard skill dan soft skill yang masih kurang terhadap target lowongan kerja yang diincar.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663440"/>
            <a:ext cx="52422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484632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800600"/>
            <a:ext cx="4206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Mahalnya Layanan Konsultasi Karir Konvensional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Jasa review CV dan mock interview profesional mematok tarif ratusan ribu hingga jutaan rupiah, di luar jangkauan kantong mahasiswa.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Kebutuhan Informasi Pemakai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Memetakan Informasi &amp; Fitur Esensial Bagi Dua Pemangku Kepentingan Utama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MAHASISWA MULTIDISIPLIN (END USER)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Panduan Formulasi Narasi STAR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Bantuan sokratik dalam menyusun pengalaman kerja berbasis Situation, Task, Action, dan Result yang terukur.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Skor Kelayakan ATS &amp; Kesesuaian Keyword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Evaluasi instan keterbacaan CV oleh mesin parser dan kecocokan kata kunci dengan lowongan target.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Peta Disparitas Kompetensi (Skill-Gap)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Visualisasi kesenjangan keterampilan teknis dan non-teknis terhadap standar industri WEF 2023.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Transkrip &amp; Analitik Performa Wawancara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Umpan balik komprehensif mengenai artikulasi, kejelasan jawaban, dan kepercayaan diri setelah sesi simulasi.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Preset Kurikulum 4 Program Studi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Template format resume yang telah disesuaikan dengan karakteristik TI, Bisnis, DKV, dan Bahasa.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CAREER DEVELOPMENT CENTER &amp; RECRUITER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Dashboard Agregat Kesiapan Kerja Lulusan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Data analitik kesiapan kerja mahasiswa tingkat akhir lintas fakultas untuk evaluasi kurikulum prodi.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Rekapitulasi Distribusi Skill Standar WEF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Laporan statistik mengenai penguasaan 10 keterampilan utama masa depan mahasiswa kampus mitra.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Verifikasi Keaslian &amp; Integritas Portofolio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Jaminan bahwa portofolio kandidat bukan sekadar halusinasi AI, melainkan hasil pemahaman mandiri kandidat.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Efisiensi Pra-Screening Kandidat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Mempermudah recruiter menemukan kandidat dengan kualifikasi yang relevan dan teruji pemahamannya.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Toleransi Akses Luas via Standar Web PWA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Dapat diakses instan oleh seluruh sivitas akademika tanpa memerlukan instalasi aplikasi native rumit.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Kegiatan Pengembangan Yang Telah Dilakukan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7 Tahapan Rekayasa Sistem Perangkat Lunak dari Riset Kognitif Hingga Deployment Global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5727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361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Analisis Pedagogis &amp; Taksonomi Industri — </a:t>
            </a:r>
            <a:r>
              <a:rPr sz="1000">
                <a:solidFill>
                  <a:srgbClr val="64748B"/>
                </a:solidFill>
              </a:rPr>
              <a:t>Membedah fenomena vibe-applying, standar parser ATS global, dan 10 core skills laporan WEF 2023.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2585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219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Arsitektur Next.js 16 (App Router) &amp; UI PWA — </a:t>
            </a:r>
            <a:r>
              <a:rPr sz="1000">
                <a:solidFill>
                  <a:srgbClr val="64748B"/>
                </a:solidFill>
              </a:rPr>
              <a:t>Membangun sistem antarmuka berbasis React 19, Tailwind CSS, Lucide icons, dan Progressive Web Apps.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9443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077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Rekayasa Socratic Engine &amp; Approval Gate — </a:t>
            </a:r>
            <a:r>
              <a:rPr sz="1000">
                <a:solidFill>
                  <a:srgbClr val="64748B"/>
                </a:solidFill>
              </a:rPr>
              <a:t>Merancang alur prompt AI sokratik dan memprogram mekanisme penjaga 'Explicit Approval Gate' anti-otomatisasi.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204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6301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935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Integrasi Audio-Visual Web Speech API — </a:t>
            </a:r>
            <a:r>
              <a:rPr sz="1000">
                <a:solidFill>
                  <a:srgbClr val="64748B"/>
                </a:solidFill>
              </a:rPr>
              <a:t>Menerapkan speech recognition dan synthesis peramban untuk simulasi mock interview berbasis suara interaktif.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3159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2793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Penguatan Keamanan Data &amp; OWASP Hardening — </a:t>
            </a:r>
            <a:r>
              <a:rPr sz="1000">
                <a:solidFill>
                  <a:srgbClr val="64748B"/>
                </a:solidFill>
              </a:rPr>
              <a:t>Implementasi Scrypt password hashing, CSPRNG OTP, HTTP security headers, dan IndexedDB local-first storage.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920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50017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651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Pengujian Fungsional Black-Box (42 Cases) — </a:t>
            </a:r>
            <a:r>
              <a:rPr sz="1000">
                <a:solidFill>
                  <a:srgbClr val="64748B"/>
                </a:solidFill>
              </a:rPr>
              <a:t>Eksekusi 42 skenario pengujian komprehensif pada auth, builder, matrix, dan interview (Tingkat kelulusan 100%).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577840"/>
            <a:ext cx="10728655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687568"/>
            <a:ext cx="411480" cy="402336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50992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Deployment Produksi Serverless di Vercel — </a:t>
            </a:r>
            <a:r>
              <a:rPr sz="1000">
                <a:solidFill>
                  <a:srgbClr val="64748B"/>
                </a:solidFill>
              </a:rPr>
              <a:t>Rilis live di https://career-student-ai.vercel.app dengan 15 rute aplikasi terverifikasi aktif.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Metode Pengembangan: Agile Socratic-HITL Prototype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Pendekatan Iteratif Berkelanjutan yang Berpusat pada Validasi Pedagogis dan Pengalaman Pengguna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Problem Discovery &amp; Persona Alignment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Wawancara mendalam dengan mahasiswa tingkat akhir dan reviewer karir untuk memetakan titik kegagalan saat wawancara kerja dan pola ketergantungan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Identifikasi Masalah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608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Socratic Prompt Modeling &amp; Wireframing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Merumuskan logika dialog sokratik dan wireframe antarmuka dengan fokus pada 'Explicit Approval Gate' agar AI tidak pernah mengambil alih kontrol.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Desain Kognitif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Rapid Prototyping (Next.js &amp; PWA)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Membangun prototipe fungsional berkecepatan tinggi dengan Next.js 16, Tailwind CSS, Local IndexedDB, dan integrasi speech synthesis.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Implementasi Kode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199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Iterative Testing &amp; Security Auditing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Melakukan 42 skenario uji coba blackbox, evaluasi celah keamanan (OWASP Top 10), dan simulasi stres pada penyimpanan offline.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59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Pengujian Ketat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463040"/>
            <a:ext cx="2057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09760" y="1463040"/>
            <a:ext cx="2057400" cy="4114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Tahap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965960"/>
            <a:ext cx="1783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Deployment &amp; User Feedback Loop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Peluncuran global pada infrastruktur serverless Vercel serta pengumpulan umpan balik dari pengguna mahasiswa lintas 4 rumpun keilmuan.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4937760"/>
            <a:ext cx="178308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17324D"/>
                </a:solidFill>
              </a:defRPr>
            </a:pPr>
            <a:r>
              <a:t>Produksi Global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23560"/>
            <a:ext cx="10728655" cy="68580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17324D"/>
                </a:solidFill>
              </a:defRPr>
            </a:pPr>
            <a:r>
              <a:t>Mengapa Metode Ini Dipilih? Memungkinkan siklus penyempurnaan cepat (rapid turnaround) antara respon model sokratik dan kebutuhan psikologis mahasiswa, menjaga relevansi pedagogis tanpa mengorbankan kecepatan rilis.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Kendala Proyek Sistem &amp; Strategi Mitigasi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Manajemen Risiko Teknis, Biaya Operasional, dan Integritas Kognitif Pengguna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3047695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Biaya Token &amp; Ketergantungan API LLM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Penggunaan API model bahasa komersial skala besar dapat memicu pembengkakan biaya token seiring lonjakan jumlah pengguna.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Menerapkan arsitektur Local-First Caching berbasis IndexedDB dan kompresi prompt sokratik yang padat. Biaya operasional dasar mendekati $0.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047695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Risiko Halusinasi &amp; Fabrikasi Data AI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Karakteristik generative AI yang rawan menambahkan kualifikasi fiktif atau hiperbolis ke dalam resume pengguna.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Mekanisme 'Explicit Approval Gate' mengunci konten secara kaku. AI hanya berstatus sebagai penasihat (co-pilot), bukan penulis otonom.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413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047695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KENDALA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48840"/>
            <a:ext cx="30476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Privasi &amp; Keamanan Data Karir Pengguna</a:t>
            </a:r>
          </a:p>
          <a:p>
            <a:pPr>
              <a:defRPr sz="800">
                <a:solidFill>
                  <a:srgbClr val="E2E8F0"/>
                </a:solidFill>
              </a:defRPr>
            </a:pPr>
            <a:r>
              <a:t>————————————————————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Tantangan: Data portofolio, riwayat pekerjaan, dan kredensial pengguna bersifat sangat sensitif dan rawan terekspos.</a:t>
            </a:r>
          </a:p>
          <a:p>
            <a:pPr>
              <a:defRPr sz="400"/>
            </a:pPr>
          </a:p>
          <a:p>
            <a:pPr>
              <a:defRPr sz="1000">
                <a:solidFill>
                  <a:srgbClr val="0F766E"/>
                </a:solidFill>
              </a:defRPr>
            </a:pPr>
            <a:r>
              <a:t>Solusi &amp; Mitigasi: Enkripsi password menggunakan Scrypt dengan 16-byte salt, constant-time compare, OWASP security headers, dan penyimpanan lokal di sisi klien.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Arsitektur Teknologi &amp; Efisiensi Biaya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Struktur Teknologi Modern Kelas Industri dengan Efisiensi Biaya Operasional Maksimal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201168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FRONTEND &amp; CORE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572768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Next.js 16 (React 19 App Router) + TypeScript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Server-side rendering super cepat, routing modular 15 rute, dan tipe data statis yang mencegah runtime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73736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Open Source ($0)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201168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STYLING &amp; DESIGN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532888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Tailwind CSS + Lucide React Icons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Sistem utilitas CSS modern yang sangat ringan, responsif mobile/desktop, dan konsisten dengan brand identity.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269748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Open Source ($0)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66160"/>
            <a:ext cx="201168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PWA &amp; LOCAL 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493008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Progressive Web Apps (Service Worker) + IndexedDB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Aplikasi dapat diinstal di homescreen HP/laptop, berjalan offline-first, dan data CV tersimpan privat di perangkat.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365760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Open Source ($0)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201168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KEAMANAN &amp; AUTENTIKASI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4453128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Scrypt Password Hashing + OWASP Headers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Salt 16-byte dengan verifikasi constant-time melawan timing attacks, proteksi CSRF, dan HTTP security headers.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461772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In-House Secure ($0)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201168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HOSTING &amp;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5413248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Vercel Serverless Edge Cloud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Infrastruktur serverless global dengan otomatisasi CI/CD dari repositori GitHub, high availability 99.9%.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5577840"/>
            <a:ext cx="182880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Free Tier Production ($0)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Manfaat Nyata Pengembangan Sistem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Dampak Positif bagi Mahasiswa Pencari Kerja dan Perguruan Tinggi / CDC Kampus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1. MANFAAT BAGI MAHASISWA &amp; FRESH GRADUATES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Penguasaan Narasi Portofolio Mandiri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Mahasiswa tidak gagap saat diuji pewawancara karena mereka merumuskan sendiri poin pencapaiannya melalui dialog sokratik.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Efisiensi Tinggi Waktu Pembuatan Dokumen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Reduksi waktu dari 3 jam riset manual menjadi &lt; 5 menit dengan hasil terstruktur rapi dan 100% lolos screening ATS.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Kepercayaan Diri Menghadapi Wawancara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Simulasi audio-visual STAR memberikan pengalaman langsung menjawab pertanyaan sulit dengan feedback objektif.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Panduan Peningkatan Keterampilan Riil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Mengetahui secara tepat kursus atau sertifikasi apa yang harus diambil untuk menutup gap keterampilan karirnya.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2. MANFAAT BAGI PERGURUAN TINGGI &amp; CDC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69361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Peningkatan Indeks Kinerja Utama (IKU 1)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Mendukung capaian IKU Perguruan Tinggi dalam mencetak lulusan yang langsung terserap kerja dengan gaji layak.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Data Analitik Kesenjangan Kurikulum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Memberikan masukan berbasis data riil kepada ketua program studi mengenai kebutuhan kompetensi industri terkini.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Skalabilitas Bimbingan Karir Massal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Menjadi co-pilot bagi konselor karir kampus untuk melayani ribuan mahasiswa secara simultan tanpa antrean.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Reputasi Kampus Berdaya Saing Digital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Membuktikan kesiapan institusi dalam mengintegrasikan AI secara etis dan bertanggung jawab dalam proses akademik.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Penilaian Kelayakan Sistem (Feasibility Analysis)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Evaluasi Menyeluruh Terhadap Aspek Operasional, Teknis, Waktu, dan Kelayakan Pedagogis-Ekonomi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0020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Operasional</a:t>
            </a:r>
          </a:p>
          <a:p>
            <a:pPr>
              <a:defRPr sz="950" b="1">
                <a:solidFill>
                  <a:srgbClr val="00A6A6"/>
                </a:solidFill>
              </a:defRPr>
            </a:pPr>
            <a:r>
              <a:t>Status: SANGAT TINGGI (100% READY)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Aplikasi berbasis Progressive Web App (PWA) berjalan lancar di smartphone Android, iOS, maupun laptop tanpa perlu instalasi rumit dari app store.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Teknis</a:t>
            </a:r>
          </a:p>
          <a:p>
            <a:pPr>
              <a:defRPr sz="950" b="1">
                <a:solidFill>
                  <a:srgbClr val="0EA5E9"/>
                </a:solidFill>
              </a:defRPr>
            </a:pPr>
            <a:r>
              <a:t>Status: SANGAT TINGGI (15/15 ROUTES PASS)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Teknologi modern Next.js 16, TypeScript, dan Tailwind CSS memastikan arsitektur sangat modular, cepat, aman, dan mudah dikembangkan lebih lanjut.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97764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Waktu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t>Status: TERCAPAI 100% ON SCHEDULE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Seluruh fase rekayasa dari perancangan kognitif, coding, security hardening, hingga uji coba 42 black-box test selesai tepat waktu sesuai deadline kompetisi.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2422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4023360"/>
            <a:ext cx="59436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77640"/>
            <a:ext cx="4206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Kelayakan Pedagogis &amp; Ekonomi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Status: INOVATIF &amp; SUSTAINABLE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Menjadi solusi pertama yang secara tegas melarang otomatisasi buta AI melalui Explicit Approval Gate, dengan biaya operasional hosting $0 via Vercel.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Tampilan Projek &amp; Bukti Deployment Produksi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Aplikasi Bekerja Nyata (Working Prototype), Teruji 100%, dan Sudah Di-deploy Global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STATUS DEPLOYMENT: </a:t>
            </a:r>
            <a:r>
              <a:rPr sz="1000" b="1">
                <a:solidFill>
                  <a:srgbClr val="00A6A6"/>
                </a:solidFill>
              </a:rPr>
              <a:t>LIVE PRODUCTION READY (15/15 ROUTES PASS, 100% PWA COMPLIANT)</a:t>
            </a:r>
          </a:p>
          <a:p>
            <a:r>
              <a:rPr sz="1200" b="1">
                <a:solidFill>
                  <a:srgbClr val="FFFFFF"/>
                </a:solidFill>
              </a:rPr>
              <a:t>🌐 Live URL Vercel : </a:t>
            </a:r>
            <a:r>
              <a:rPr sz="1300" b="1">
                <a:solidFill>
                  <a:srgbClr val="0EA5E9"/>
                </a:solidFill>
              </a:rPr>
              <a:t>https://career-student-ai.vercel.app</a:t>
            </a:r>
          </a:p>
          <a:p>
            <a:r>
              <a:rPr sz="1100" b="1">
                <a:solidFill>
                  <a:srgbClr val="FFFFFF"/>
                </a:solidFill>
              </a:rPr>
              <a:t>📁 GitHub Repositori : </a:t>
            </a:r>
            <a:r>
              <a:rPr sz="1100">
                <a:solidFill>
                  <a:srgbClr val="CBD5E1"/>
                </a:solidFill>
              </a:rPr>
              <a:t>https://github.com/rikiardiansyah-web/CareerStudentAI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52422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_1792359115071_ae73705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4967935" cy="27459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623560"/>
            <a:ext cx="49679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1: ATS Fast CV Builder dengan Explicit Approval Gate &amp; Socratic Prompting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697480"/>
            <a:ext cx="52422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1792361157177_53c3abe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788920"/>
            <a:ext cx="4967935" cy="26974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623560"/>
            <a:ext cx="49679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Modul 2 &amp; 3: Skill-Gap Matrix (Taksonomi WEF 2023) &amp; Mock Interview STAR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0" y="914400"/>
            <a:ext cx="1584655" cy="15846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51560"/>
            <a:ext cx="1310335" cy="1316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651760"/>
            <a:ext cx="9448495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  <a:p>
            <a:pPr algn="ctr">
              <a:defRPr sz="1400" i="1">
                <a:solidFill>
                  <a:srgbClr val="00A6A6"/>
                </a:solidFill>
              </a:defRPr>
            </a:pPr>
            <a:r>
              <a:t>"Menjembatani Nalar Kritis Mahasiswa di Era Disrupsi Kecerdasan Buatan"</a:t>
            </a:r>
          </a:p>
          <a:p>
            <a:pPr>
              <a:defRPr sz="800"/>
            </a:pPr>
          </a:p>
          <a:p>
            <a:pPr algn="ctr">
              <a:defRPr sz="2000" b="1">
                <a:solidFill>
                  <a:srgbClr val="F59E0B"/>
                </a:solidFill>
              </a:defRPr>
            </a:pPr>
            <a:r>
              <a:t>TIM AQUAMAN TEKNOKRAT</a:t>
            </a:r>
          </a:p>
          <a:p>
            <a:pPr algn="ctr">
              <a:defRPr sz="1200">
                <a:solidFill>
                  <a:srgbClr val="E2E8F0"/>
                </a:solidFill>
              </a:defRPr>
            </a:pPr>
            <a:r>
              <a:t>Riki Ardiansyah (Ketua)  •  Jovan Akbar Setiodono  •  Fiqi Rahman Al Afkhoni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303520"/>
            <a:ext cx="3962095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Akses Prototipe: career-student-ai.vercel.app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